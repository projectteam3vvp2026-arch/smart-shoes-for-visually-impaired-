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9" r:id="rId1"/>
  </p:sldMasterIdLst>
  <p:sldIdLst>
    <p:sldId id="256" r:id="rId2"/>
    <p:sldId id="257" r:id="rId3"/>
    <p:sldId id="266" r:id="rId4"/>
    <p:sldId id="258" r:id="rId5"/>
    <p:sldId id="259" r:id="rId6"/>
    <p:sldId id="268" r:id="rId7"/>
    <p:sldId id="260" r:id="rId8"/>
    <p:sldId id="261" r:id="rId9"/>
    <p:sldId id="262" r:id="rId10"/>
    <p:sldId id="265" r:id="rId11"/>
    <p:sldId id="264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C26082-DBF4-4EA1-9AC8-6482AF98F1BB}">
          <p14:sldIdLst>
            <p14:sldId id="256"/>
            <p14:sldId id="257"/>
            <p14:sldId id="266"/>
            <p14:sldId id="258"/>
            <p14:sldId id="259"/>
            <p14:sldId id="268"/>
            <p14:sldId id="260"/>
            <p14:sldId id="261"/>
            <p14:sldId id="262"/>
            <p14:sldId id="265"/>
            <p14:sldId id="264"/>
            <p14:sldId id="26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0" autoAdjust="0"/>
  </p:normalViewPr>
  <p:slideViewPr>
    <p:cSldViewPr>
      <p:cViewPr>
        <p:scale>
          <a:sx n="75" d="100"/>
          <a:sy n="75" d="100"/>
        </p:scale>
        <p:origin x="-1666" y="-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65221915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90478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08718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42203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86833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43590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4024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76959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99370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65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12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092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107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693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574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561205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2197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59B005-B52E-4988-A043-E19F9B9FBD14}" type="datetimeFigureOut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24D589-E175-4E8D-938F-F9C535A8287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33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4101" r:id="rId12"/>
    <p:sldLayoutId id="2147484102" r:id="rId13"/>
    <p:sldLayoutId id="2147484103" r:id="rId14"/>
    <p:sldLayoutId id="2147484104" r:id="rId15"/>
    <p:sldLayoutId id="2147484105" r:id="rId16"/>
    <p:sldLayoutId id="2147484106" r:id="rId17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3728" y="980728"/>
            <a:ext cx="5112568" cy="844079"/>
          </a:xfrm>
        </p:spPr>
        <p:txBody>
          <a:bodyPr>
            <a:normAutofit/>
          </a:bodyPr>
          <a:lstStyle/>
          <a:p>
            <a:pPr algn="ctr"/>
            <a:r>
              <a:rPr lang="en-IN" sz="4500" b="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988840"/>
            <a:ext cx="9144000" cy="439248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SHOES FOR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VISUALLY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IMPAIRED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Internal Evaluation – I</a:t>
            </a:r>
          </a:p>
          <a:p>
            <a:pPr algn="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AMULYA S GOWDA     488CS23001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GANDHARAVA RAJ N  488CS23018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HARSHITHA C              488CS23022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JEEVAN L                       488CS23029 </a:t>
            </a:r>
          </a:p>
          <a:p>
            <a:pPr algn="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Batch-[03]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vvpolytechnic.ac.in/wp-content/uploads/2022/07/vvlogo-1-Co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2" y="43544"/>
            <a:ext cx="900608" cy="104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9592" y="44624"/>
            <a:ext cx="824440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VIDYAVARDHAKA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POLYTECHNIC MYSORE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Gokulam III Stage Mysore</a:t>
            </a:r>
          </a:p>
        </p:txBody>
      </p:sp>
    </p:spTree>
    <p:extLst>
      <p:ext uri="{BB962C8B-B14F-4D97-AF65-F5344CB8AC3E}">
        <p14:creationId xmlns:p14="http://schemas.microsoft.com/office/powerpoint/2010/main" val="21648574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-27384"/>
            <a:ext cx="6696744" cy="722344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Document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08720"/>
            <a:ext cx="8366327" cy="5050792"/>
          </a:xfrm>
        </p:spPr>
        <p:txBody>
          <a:bodyPr numCol="1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smart shoes that assist visually impaired individuals in safe and independent navigation.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obstacles in real time using ultrasonic sensors and provide feedback through vibration and sound alerts.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IN" sz="1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mobility and confidence of visually impaired users.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accidents caused by unseen obstacles.</a:t>
            </a:r>
          </a:p>
          <a:p>
            <a:pPr lvl="0">
              <a:lnSpc>
                <a:spcPct val="150000"/>
              </a:lnSpc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affordable, lightweight, and wearable assistive solution.</a:t>
            </a:r>
          </a:p>
          <a:p>
            <a:pPr marL="0" lvl="0" indent="0">
              <a:lnSpc>
                <a:spcPct val="150000"/>
              </a:lnSpc>
              <a:buNone/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sz="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4716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328" y="-171400"/>
            <a:ext cx="8280920" cy="57606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IN" sz="1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 system using ultrasonic sensors.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motor and audio alert mechanism.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Compact size and weight restrictions for comfortable arability.</a:t>
            </a:r>
          </a:p>
          <a:p>
            <a:pPr lvl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 is limited and needs regular charging.</a:t>
            </a:r>
          </a:p>
          <a:p>
            <a:pPr lvl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easy to use and reliable.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861048"/>
            <a:ext cx="475252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19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111770"/>
            <a:ext cx="9289032" cy="580926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Structure (WBS)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24936" cy="59046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Tasks: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needs of visually impaired users through surveys and consultations.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1" indent="0">
              <a:lnSpc>
                <a:spcPct val="150000"/>
              </a:lnSpc>
              <a:buNone/>
            </a:pPr>
            <a:endParaRPr lang="en-IN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Phase: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sensor, vibration motor, buzzers.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Adruino IDE, Firmware for sensors and output control.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the microcontroller using Adrunio IDE.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proper wiring, insulation, and power distribution. </a:t>
            </a:r>
            <a:endParaRPr lang="en-IN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obstacle detection accuracy under various lighting and terrain conditions.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1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735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41801"/>
              </p:ext>
            </p:extLst>
          </p:nvPr>
        </p:nvGraphicFramePr>
        <p:xfrm>
          <a:off x="1475656" y="452288"/>
          <a:ext cx="7200800" cy="63675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77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130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7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7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gathering and literature review.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172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Literature</a:t>
                      </a:r>
                      <a:r>
                        <a:rPr lang="en-GB" sz="1800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survey, study of existing smart shoes and finalize features.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72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Prepare system architecture, block diagram, and design planning.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7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and purchase components 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172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Assemble hardware, connect ultrasonic sensors, vibration motor, wiring.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172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software code for obstacle detection and alerts.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1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hardware with software, testing</a:t>
                      </a:r>
                      <a:r>
                        <a:rPr lang="en-GB" sz="18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debugging.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7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</a:t>
                      </a:r>
                      <a:r>
                        <a:rPr lang="en-IN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r>
                        <a:rPr lang="en-IN" sz="18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feedback from users.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17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documentation.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178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 the </a:t>
                      </a:r>
                      <a:r>
                        <a:rPr lang="en-IN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IN" sz="18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project</a:t>
                      </a:r>
                      <a:r>
                        <a:rPr lang="en-IN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27584" y="35352"/>
            <a:ext cx="8136904" cy="305020"/>
          </a:xfrm>
        </p:spPr>
        <p:txBody>
          <a:bodyPr>
            <a:no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Line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9330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56163"/>
            <a:ext cx="2952328" cy="924565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Components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9552" y="1522396"/>
            <a:ext cx="7704667" cy="3332816"/>
          </a:xfrm>
        </p:spPr>
        <p:txBody>
          <a:bodyPr>
            <a:normAutofit fontScale="25000" lnSpcReduction="20000"/>
          </a:bodyPr>
          <a:lstStyle/>
          <a:p>
            <a:pPr>
              <a:buFont typeface="Courier New" pitchFamily="49" charset="0"/>
              <a:buChar char="o"/>
            </a:pPr>
            <a:r>
              <a:rPr lang="en-US" sz="7200" b="1" dirty="0">
                <a:latin typeface="Times New Roman" pitchFamily="18" charset="0"/>
                <a:cs typeface="Times New Roman" pitchFamily="18" charset="0"/>
              </a:rPr>
              <a:t>Hardware Requirements: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Ultrasonic Sensor (HC-SR04)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Vibration Motor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Buzzer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Lithium-ion Rechargeable Battery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Connecting Wires and Resistors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Switch and Enclosure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Shoes for Integration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UNO or 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 (ESP8266)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Courier New" pitchFamily="49" charset="0"/>
              <a:buChar char="o"/>
            </a:pPr>
            <a:r>
              <a:rPr lang="en-US" sz="7200" b="1" dirty="0">
                <a:latin typeface="Times New Roman" pitchFamily="18" charset="0"/>
                <a:cs typeface="Times New Roman" pitchFamily="18" charset="0"/>
              </a:rPr>
              <a:t>Software Requirements: 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 IDE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 Cloud Platform </a:t>
            </a:r>
          </a:p>
          <a:p>
            <a:pPr lvl="1"/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Firmware for Sensor and Output Control</a:t>
            </a: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224" y="1340768"/>
            <a:ext cx="5544108" cy="369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73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964488" cy="576064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Breakdown Structure (CBS)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339589"/>
              </p:ext>
            </p:extLst>
          </p:nvPr>
        </p:nvGraphicFramePr>
        <p:xfrm>
          <a:off x="251520" y="1052737"/>
          <a:ext cx="8424936" cy="5459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4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679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62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Cost (RS)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 (RS)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316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Ultrasonic</a:t>
                      </a:r>
                      <a:r>
                        <a:rPr lang="en-GB" sz="1800" baseline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Sensor 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250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250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734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Vibration Motor</a:t>
                      </a:r>
                      <a:r>
                        <a:rPr lang="en-GB" sz="1800" baseline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/Buzzer 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280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73409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</a:t>
                      </a:r>
                      <a:r>
                        <a:rPr lang="en-GB" dirty="0"/>
                        <a:t> </a:t>
                      </a:r>
                      <a:endParaRPr lang="en-IN" dirty="0"/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360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720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073409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Micro-Controller</a:t>
                      </a:r>
                      <a:r>
                        <a:rPr lang="en-GB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660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660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13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1550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2190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8199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0"/>
            <a:ext cx="3610744" cy="72494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530197"/>
              </p:ext>
            </p:extLst>
          </p:nvPr>
        </p:nvGraphicFramePr>
        <p:xfrm>
          <a:off x="251520" y="1340767"/>
          <a:ext cx="8568952" cy="5256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23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78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690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596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44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Likelihood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Strategy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11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i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Sens</a:t>
                      </a: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or failure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Use multiple sensors, regular testing, auto error alerts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11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Hardware damage due to water/dust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Waterproof casing, dustproof  design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11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User</a:t>
                      </a:r>
                      <a:r>
                        <a:rPr lang="en-GB" sz="1800" baseline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not trained to use system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Provide user</a:t>
                      </a:r>
                      <a:r>
                        <a:rPr lang="en-GB" sz="1800" baseline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training, voice instructions, simple interface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7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Connectivity issues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Offline working mode, local</a:t>
                      </a:r>
                      <a:r>
                        <a:rPr lang="en-GB" sz="1800" baseline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alerts without internets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0959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99644"/>
            <a:ext cx="4032448" cy="72008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168" y="1340768"/>
            <a:ext cx="7467600" cy="5089776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Approach: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Sprints:</a:t>
            </a: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  <a:buFont typeface="Courier New" pitchFamily="49" charset="0"/>
              <a:buChar char="o"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Detection:</a:t>
            </a: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Ultrasonic sensors detect obstacles within a specific range.</a:t>
            </a:r>
          </a:p>
          <a:p>
            <a:pPr lvl="0">
              <a:lnSpc>
                <a:spcPct val="150000"/>
              </a:lnSpc>
              <a:buFont typeface="Courier New" pitchFamily="49" charset="0"/>
              <a:buChar char="o"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Microcontroller processes data and determines distance</a:t>
            </a:r>
            <a:r>
              <a:rPr lang="en-GB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Phases: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Sensors:</a:t>
            </a: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are the core components responsible for detecting obstacles by measuring reflected sound waves.</a:t>
            </a:r>
            <a:endParaRPr lang="en-GB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GB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Motor/Buzzer: </a:t>
            </a: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components provides haptic or auditory feedback to the user when an obstacle is detected.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669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" y="-104254"/>
            <a:ext cx="5266928" cy="72494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496944" cy="5544616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Existing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</a:p>
          <a:p>
            <a:pPr lvl="0">
              <a:lnSpc>
                <a:spcPct val="150000"/>
              </a:lnSpc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Research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20077"/>
              </p:ext>
            </p:extLst>
          </p:nvPr>
        </p:nvGraphicFramePr>
        <p:xfrm>
          <a:off x="179512" y="4149080"/>
          <a:ext cx="8136905" cy="2238799"/>
        </p:xfrm>
        <a:graphic>
          <a:graphicData uri="http://schemas.openxmlformats.org/drawingml/2006/table">
            <a:tbl>
              <a:tblPr firstCol="1" lastCol="1" bandRow="1">
                <a:tableStyleId>{5C22544A-7EE6-4342-B048-85BDC9FD1C3A}</a:tableStyleId>
              </a:tblPr>
              <a:tblGrid>
                <a:gridCol w="16273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7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73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273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273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Author &amp; Year 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 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Sets 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65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Santhi Priya &amp; Maruthi B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Feb 2024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Shoe For Blind People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 ESP8266 for processing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mobility methods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Sensors, Buzzer &amp; Arduino Uno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85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Lavanya &amp; Naveen Kumar Reddy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Mar-Apr 2023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Shoes For Blind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sensors in shoes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Piezo-electric power generation data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Sensors, GPS, GSM Module &amp; Arduino Uno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633146"/>
              </p:ext>
            </p:extLst>
          </p:nvPr>
        </p:nvGraphicFramePr>
        <p:xfrm>
          <a:off x="323528" y="1340768"/>
          <a:ext cx="7992888" cy="1852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068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Issue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714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JMRR 2023 – IoT Based Smart Shoe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 Aid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Blind stick &amp; manual assistance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physical contact &amp; does not provide early obstacle detection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99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JMRR 2023 – IoT Based Smart Shoe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Obstacle Detection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non-IoT aids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real-time sensing increases risk of accidents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912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2458616" cy="69755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064" y="908720"/>
            <a:ext cx="8424936" cy="51331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Shoes for Visually Impaired project demonstrates how modern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embedded technologies can significantly enhance human life, especially for those with physical disabilities.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object recognition and terrain classification to distinguish stairs, potholes, or moving obstacles.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Charging: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small solar panels for extended battery life.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776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8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8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8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8800" dirty="0">
                <a:latin typeface="Times New Roman" pitchFamily="18" charset="0"/>
                <a:cs typeface="Times New Roman" pitchFamily="18" charset="0"/>
              </a:rPr>
            </a:br>
            <a:r>
              <a:rPr lang="en-GB" sz="8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8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8800" dirty="0" smtClean="0">
                <a:latin typeface="Times New Roman" pitchFamily="18" charset="0"/>
                <a:cs typeface="Times New Roman" pitchFamily="18" charset="0"/>
              </a:rPr>
              <a:t>Thank You </a:t>
            </a:r>
            <a:endParaRPr lang="en-IN" sz="8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3510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3095</TotalTime>
  <Words>650</Words>
  <Application>Microsoft Office PowerPoint</Application>
  <PresentationFormat>On-screen Show (4:3)</PresentationFormat>
  <Paragraphs>188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Parallax</vt:lpstr>
      <vt:lpstr>Presentation on</vt:lpstr>
      <vt:lpstr>Project Scope Document</vt:lpstr>
      <vt:lpstr>PowerPoint Presentation</vt:lpstr>
      <vt:lpstr>Work Breakdown Structure (WBS)</vt:lpstr>
      <vt:lpstr>Time Line Schedule</vt:lpstr>
      <vt:lpstr>Components</vt:lpstr>
      <vt:lpstr>Cost Breakdown Structure (CBS)</vt:lpstr>
      <vt:lpstr>Risk Analysis</vt:lpstr>
      <vt:lpstr>Methodology</vt:lpstr>
      <vt:lpstr>Literature Survey</vt:lpstr>
      <vt:lpstr>Conclusion</vt:lpstr>
      <vt:lpstr>   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 CIE - I</dc:title>
  <dc:creator>Team-3</dc:creator>
  <cp:lastModifiedBy>Asus</cp:lastModifiedBy>
  <cp:revision>69</cp:revision>
  <dcterms:created xsi:type="dcterms:W3CDTF">2025-01-23T20:12:07Z</dcterms:created>
  <dcterms:modified xsi:type="dcterms:W3CDTF">2026-02-04T17:06:12Z</dcterms:modified>
</cp:coreProperties>
</file>